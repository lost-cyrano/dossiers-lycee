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33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FA137-E79C-23AD-5E9B-D68D69FF3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C71381-8A3B-B49A-D73E-4807D9AE2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610EA1-BB4D-A367-62F2-B5D5611B2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0C86-06AD-37D4-44C3-E06214AF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9DDE15-AD62-DFE7-A1D4-22CBBB8A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14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C58DE-B4A2-9AC3-B4D1-77B07C41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24E9C-DC67-D6E9-44DB-40B8C5988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23F098-D459-2B28-6931-77AC084F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726D15-4BFA-6F24-8495-6EFC2319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0E6750-87BF-2524-3092-83B67739E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19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C9826-791A-ED94-D8DF-BBBD558CF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108442-B279-8AB5-F81F-396D8D176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A50617-5A99-900B-F989-204AD971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A51CC6-1944-3EB7-196D-BAEF0ACA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107E7F-5D5D-A215-CFB9-7550EDBD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42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9AB12A-E6D8-CA79-4C74-CF879695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181917-849E-AE30-22C7-77FCEFC86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EA7336-13E9-BAA2-C424-91431BB46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6E4F0F-D13D-6E6F-8A82-68B3F252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3598B2-07A2-4F6F-CCFA-A0A6D6CC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89CB87-A962-4ECE-5ACC-FA95DD58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17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AC9ED6-27AE-B4D5-579E-3C72F8701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72D085-D763-FF70-133E-97C4DF934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62F285-5627-F6C0-D5FA-A8564AFA1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D88C62-6E9E-BA0E-A259-978BBBFC2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8FE08D-0EAC-C1C4-5961-FAB2F9B7D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98D85C-ECDC-7833-4747-4856659F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B2A4DF-9F34-06CF-6287-4BEFCF25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B5E063-1FD9-8884-5F13-56BFF9D3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48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6D926D-96A5-2C1B-FDB6-E76320D27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2B07FCE-6380-04A2-0979-713AEA1F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005C41-55E8-67AA-B332-149CE090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7CFB25-8891-1A0C-B59E-E18BC9CC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39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A0359EE-32FA-1CE0-749E-31480B0B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20FE2BB-997E-E050-40FB-EE6CE873E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E41632-4264-9EEC-7CE3-038E0957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45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1A14E-0805-B489-ED41-122036C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FFC0E8-1A4C-3B0A-DD11-E1F5F023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E0FDD6-CB3A-1918-B9E2-C8FD4F8EB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D175C8-DD57-0C61-31E3-9823A4AD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EE0740-1649-FE14-FFE4-0FDFC625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A54A76-BC47-A764-A100-A65C6C6D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78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8297E8-F209-75BD-F730-FB9ED213D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4408AC1-75F3-1147-9647-799FB7FEE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A1285F-BC51-4AAA-15DB-E90BFA8BE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1C9B63-878B-B568-F78C-4E3A1909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FB5FAD-8F17-9D61-B6D3-1C977036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B0B3A7-8A26-CF2E-FF20-91FC0830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35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13140A-A414-5DAF-1EB0-A7758CCA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A2D9B6-F52A-D804-1FC2-2136A6EB2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ADC7F7-0A50-EE84-47A1-A4B056EA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F1FE5C-3C45-F0B3-2200-FE31FDE0B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EE399-E948-CC59-70FA-B2F49B9A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38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FAC01E3-73D1-FB35-23F0-B429E3198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BA92BD-E845-9213-53B7-E923024D5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887569-8F43-5E06-95D2-1EBF72D3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F8FDF0-FAA0-3D12-84B1-C0CBBC5C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058C63-B32D-1679-AC78-C78241C61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02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B624F86-BE1D-BA57-9600-D71348A3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272E00-9A37-0889-E0B5-A41ADD0B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AF3334-298A-7377-2AF1-99F002E7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43F79-02F3-48EF-B5BA-5E01D81D91A8}" type="datetimeFigureOut">
              <a:rPr lang="fr-FR" smtClean="0"/>
              <a:t>28/01/2024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AA4B85-60CC-F6CF-07E5-B98CFB8E4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49DF07-C10C-C9D5-1332-5BD591533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ADFD1-4BC2-4D40-A048-CC572F476155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F12A93B-C6A9-8720-9B3E-79E7B2DBD58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871" y="0"/>
            <a:ext cx="832129" cy="83312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7C5EF1-44BB-48DE-E990-9D2747A0145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8"/>
            <a:ext cx="830525" cy="830525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256393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plein air, arme, ciel, fusil&#10;&#10;Description générée automatiquement">
            <a:extLst>
              <a:ext uri="{FF2B5EF4-FFF2-40B4-BE49-F238E27FC236}">
                <a16:creationId xmlns:a16="http://schemas.microsoft.com/office/drawing/2014/main" id="{CD6423AA-A424-7950-B266-FC4DD334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1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7C049F08-4963-92C6-5680-C5E0621A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11653"/>
            <a:ext cx="10515600" cy="546100"/>
          </a:xfrm>
        </p:spPr>
        <p:txBody>
          <a:bodyPr>
            <a:noAutofit/>
          </a:bodyPr>
          <a:lstStyle/>
          <a:p>
            <a:pPr algn="ctr"/>
            <a:r>
              <a:rPr lang="fr-FR" sz="6600" b="1" dirty="0">
                <a:solidFill>
                  <a:schemeClr val="bg1"/>
                </a:solidFill>
                <a:latin typeface="Agency FB" panose="020B0503020202020204" pitchFamily="34" charset="0"/>
              </a:rPr>
              <a:t>Formation tireurs d’élite</a:t>
            </a:r>
            <a:endParaRPr lang="fr-FR" sz="6600" b="1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8B5ED13-6219-4429-58D6-94D218DF6F57}"/>
              </a:ext>
            </a:extLst>
          </p:cNvPr>
          <p:cNvSpPr txBox="1"/>
          <p:nvPr/>
        </p:nvSpPr>
        <p:spPr>
          <a:xfrm>
            <a:off x="72313" y="6344909"/>
            <a:ext cx="24002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chemeClr val="bg1">
                    <a:lumMod val="95000"/>
                  </a:schemeClr>
                </a:solidFill>
              </a:rPr>
              <a:t>Par le Major </a:t>
            </a:r>
            <a:r>
              <a:rPr lang="fr-FR" sz="1050" b="1" i="0" dirty="0">
                <a:solidFill>
                  <a:schemeClr val="bg1">
                    <a:lumMod val="95000"/>
                  </a:schemeClr>
                </a:solidFill>
                <a:effectLst/>
                <a:latin typeface="gg sans"/>
              </a:rPr>
              <a:t>[MAJ] AARON "Wolf" Wolf</a:t>
            </a:r>
          </a:p>
          <a:p>
            <a:endParaRPr lang="fr-FR" sz="10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32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5BF6C-4C59-B062-BC55-8F1C2F0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85" y="1763486"/>
            <a:ext cx="6309048" cy="3857212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Ce logo est celui des tireurs d’élites fait par notre chère </a:t>
            </a:r>
            <a:r>
              <a:rPr lang="fr-FR" sz="2000" b="1" i="0" dirty="0">
                <a:solidFill>
                  <a:schemeClr val="bg1"/>
                </a:solidFill>
                <a:effectLst/>
                <a:latin typeface="gg sans"/>
              </a:rPr>
              <a:t>[LTN] MERCER "</a:t>
            </a:r>
            <a:r>
              <a:rPr lang="fr-FR" sz="2000" b="1" i="0" dirty="0" err="1">
                <a:solidFill>
                  <a:schemeClr val="bg1"/>
                </a:solidFill>
                <a:effectLst/>
                <a:latin typeface="gg sans"/>
              </a:rPr>
              <a:t>Stonikk</a:t>
            </a:r>
            <a:r>
              <a:rPr lang="fr-FR" sz="2000" b="1" i="0" dirty="0">
                <a:solidFill>
                  <a:schemeClr val="bg1"/>
                </a:solidFill>
                <a:effectLst/>
                <a:latin typeface="gg sans"/>
              </a:rPr>
              <a:t>" Mathias, </a:t>
            </a:r>
            <a:r>
              <a:rPr lang="fr-FR" sz="2000" b="1" dirty="0">
                <a:solidFill>
                  <a:schemeClr val="bg1"/>
                </a:solidFill>
                <a:latin typeface="gg sans"/>
              </a:rPr>
              <a:t>f</a:t>
            </a:r>
            <a:r>
              <a:rPr lang="fr-FR" sz="2000" i="0" dirty="0">
                <a:solidFill>
                  <a:schemeClr val="bg1"/>
                </a:solidFill>
                <a:effectLst/>
                <a:latin typeface="gg sans"/>
              </a:rPr>
              <a:t>ait pour notre spécialité Tireurs d’élites.</a:t>
            </a:r>
            <a:br>
              <a:rPr lang="fr-FR" sz="1000" b="1" i="0" dirty="0">
                <a:effectLst/>
                <a:latin typeface="gg sans"/>
              </a:rPr>
            </a:br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A733B6-E2BE-85DF-477D-DB45488C1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663" y="1820191"/>
            <a:ext cx="3213778" cy="321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1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DC8C3-472C-1F31-4C91-306AB45E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7200" dirty="0">
                <a:solidFill>
                  <a:schemeClr val="bg1"/>
                </a:solidFill>
                <a:latin typeface="Agency FB" panose="020B0503020202020204" pitchFamily="34" charset="0"/>
              </a:rPr>
              <a:t>Sommaire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0C57CC-16B1-3290-5410-487E213D9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Définition du tireur d’élites :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Compétences :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Fusils utilisés :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Tenues :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Entrainements :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Rôle en missions :</a:t>
            </a:r>
          </a:p>
          <a:p>
            <a:endParaRPr lang="fr-FR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8" name="Image 7" descr="Une image contenant arme, fusil, Arme de jet, dessin humoristique">
            <a:extLst>
              <a:ext uri="{FF2B5EF4-FFF2-40B4-BE49-F238E27FC236}">
                <a16:creationId xmlns:a16="http://schemas.microsoft.com/office/drawing/2014/main" id="{3A8CEE96-DBA3-DF5B-FE1C-63E34F0CE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231" y="1290753"/>
            <a:ext cx="41910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7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CE790-3D52-FAD9-FB09-FC3AB13B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Définition du tireur d’élites :</a:t>
            </a:r>
            <a:b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35CB1B-9764-2532-B211-C093FC03A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Un tireur d'élite est un individu hautement entraîné et spécialisé dans l'utilisation d'armes à feu de haute précision, telles que les fusils de </a:t>
            </a:r>
            <a:r>
              <a:rPr lang="fr-FR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précision</a:t>
            </a:r>
            <a:r>
              <a:rPr lang="fr-FR" b="0" i="0" dirty="0"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, pour engager des cibles à des distances considérables. </a:t>
            </a:r>
          </a:p>
          <a:p>
            <a:r>
              <a:rPr lang="fr-FR" b="0" i="0" dirty="0"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Les tireurs d'élite sont connus pour leur capacité à opérer de manière autonome ou en équipe, en utilisant des tactiques de camouflage et de dissimulation pour rester invisibles à l'ennemi.</a:t>
            </a:r>
            <a:endParaRPr lang="fr-FR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56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F733F7-ECB6-B825-F4A7-AC257DEF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300" dirty="0">
                <a:solidFill>
                  <a:schemeClr val="bg1"/>
                </a:solidFill>
                <a:latin typeface="Agency FB" panose="020B0503020202020204" pitchFamily="34" charset="0"/>
              </a:rPr>
              <a:t>Compétences</a:t>
            </a:r>
            <a:endParaRPr lang="fr-FR" sz="4300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57F8D7-80A0-302A-B494-C4066F69E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Savoir se poster, observer et notifier toute activité anormale (= voir) </a:t>
            </a:r>
            <a:endParaRPr lang="fr-FR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Savoir se dissimuler dans les paysages alentours </a:t>
            </a:r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(= sans être vu)</a:t>
            </a: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Savoir tirer </a:t>
            </a:r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avec précision </a:t>
            </a:r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à de longues distances</a:t>
            </a:r>
          </a:p>
          <a:p>
            <a:r>
              <a:rPr lang="fr-FR" strike="sngStrike" dirty="0">
                <a:solidFill>
                  <a:schemeClr val="bg1"/>
                </a:solidFill>
                <a:latin typeface="Agency FB" panose="020B0503020202020204" pitchFamily="34" charset="0"/>
              </a:rPr>
              <a:t>Avoir une très bonne maitrise des fusils de précision </a:t>
            </a:r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Savoir mettre en œuvre efficacement son armement</a:t>
            </a:r>
            <a:endParaRPr lang="fr-FR" strike="sngStrike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Savoir travailler en autonomie </a:t>
            </a:r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ou au sein d’une </a:t>
            </a:r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équipes </a:t>
            </a:r>
          </a:p>
        </p:txBody>
      </p:sp>
    </p:spTree>
    <p:extLst>
      <p:ext uri="{BB962C8B-B14F-4D97-AF65-F5344CB8AC3E}">
        <p14:creationId xmlns:p14="http://schemas.microsoft.com/office/powerpoint/2010/main" val="240339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53A9F-47D6-995F-B827-DF629B4B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Agency FB" panose="020B0503020202020204" pitchFamily="34" charset="0"/>
              </a:rPr>
              <a:t>Fusils utilisés :</a:t>
            </a:r>
            <a:endParaRPr lang="fr-FR" sz="54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0D828F-2ACB-7B0F-32D0-2B29CA03B5B7}"/>
              </a:ext>
            </a:extLst>
          </p:cNvPr>
          <p:cNvSpPr txBox="1"/>
          <p:nvPr/>
        </p:nvSpPr>
        <p:spPr>
          <a:xfrm>
            <a:off x="522514" y="1576873"/>
            <a:ext cx="6494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fusils de précision utilisés sont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798666-DC7E-ACD9-8198-E7BBB5ED4650}"/>
              </a:ext>
            </a:extLst>
          </p:cNvPr>
          <p:cNvSpPr txBox="1"/>
          <p:nvPr/>
        </p:nvSpPr>
        <p:spPr>
          <a:xfrm>
            <a:off x="587829" y="2108718"/>
            <a:ext cx="34336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M24     	3600 €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 Ultima Ratio	5000€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 AWM		7500€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strike="sngStrike" dirty="0">
                <a:solidFill>
                  <a:schemeClr val="bg1"/>
                </a:solidFill>
              </a:rPr>
              <a:t>Le </a:t>
            </a:r>
            <a:r>
              <a:rPr lang="fr-FR" strike="sngStrike" dirty="0" err="1">
                <a:solidFill>
                  <a:schemeClr val="bg1"/>
                </a:solidFill>
              </a:rPr>
              <a:t>Hecate</a:t>
            </a:r>
            <a:r>
              <a:rPr lang="fr-FR" strike="sngStrike" dirty="0">
                <a:solidFill>
                  <a:schemeClr val="bg1"/>
                </a:solidFill>
              </a:rPr>
              <a:t> II	14000 €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 M2010	17000€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7695649-A9EA-2D58-A668-3BBC42196D50}"/>
              </a:ext>
            </a:extLst>
          </p:cNvPr>
          <p:cNvSpPr txBox="1"/>
          <p:nvPr/>
        </p:nvSpPr>
        <p:spPr>
          <a:xfrm>
            <a:off x="6593633" y="1576873"/>
            <a:ext cx="50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Performances :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A62699-5AAA-067E-8DF5-BE119EDD86F3}"/>
              </a:ext>
            </a:extLst>
          </p:cNvPr>
          <p:cNvSpPr txBox="1"/>
          <p:nvPr/>
        </p:nvSpPr>
        <p:spPr>
          <a:xfrm>
            <a:off x="6749143" y="2108717"/>
            <a:ext cx="52049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Tête : 121		corps : 96		Bras : 28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Tête : 121		corps : 96		Bras : 28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Tête : 164		corps : 103	Bras : 33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strike="sngStrike" dirty="0">
                <a:solidFill>
                  <a:schemeClr val="bg1"/>
                </a:solidFill>
              </a:rPr>
              <a:t>Tête : 326		corps : 126	Bras : 64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Tête : 147		corps : 99		Bras : 28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2CB31C-8A19-81FB-072D-575D7B433DA9}"/>
              </a:ext>
            </a:extLst>
          </p:cNvPr>
          <p:cNvSpPr txBox="1"/>
          <p:nvPr/>
        </p:nvSpPr>
        <p:spPr>
          <a:xfrm>
            <a:off x="1396132" y="3987676"/>
            <a:ext cx="37257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>
                <a:solidFill>
                  <a:srgbClr val="FF0000"/>
                </a:solidFill>
              </a:rPr>
              <a:t>Le </a:t>
            </a:r>
            <a:r>
              <a:rPr lang="fr-FR" sz="1050" i="1" dirty="0" err="1">
                <a:solidFill>
                  <a:srgbClr val="FF0000"/>
                </a:solidFill>
              </a:rPr>
              <a:t>Hecate</a:t>
            </a:r>
            <a:r>
              <a:rPr lang="fr-FR" sz="1050" i="1" dirty="0">
                <a:solidFill>
                  <a:srgbClr val="FF0000"/>
                </a:solidFill>
              </a:rPr>
              <a:t> II fait partie des armes interdites sur la Division Foxtrot</a:t>
            </a:r>
          </a:p>
        </p:txBody>
      </p:sp>
    </p:spTree>
    <p:extLst>
      <p:ext uri="{BB962C8B-B14F-4D97-AF65-F5344CB8AC3E}">
        <p14:creationId xmlns:p14="http://schemas.microsoft.com/office/powerpoint/2010/main" val="133462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450E2-6C7F-8907-9C10-42B27C46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Agency FB" panose="020B0503020202020204" pitchFamily="34" charset="0"/>
              </a:rPr>
              <a:t>Tenues :</a:t>
            </a:r>
            <a:endParaRPr lang="fr-FR" sz="5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DBEE1D-90EB-28DD-77EE-940A3D4A8A0D}"/>
              </a:ext>
            </a:extLst>
          </p:cNvPr>
          <p:cNvSpPr txBox="1"/>
          <p:nvPr/>
        </p:nvSpPr>
        <p:spPr>
          <a:xfrm>
            <a:off x="259702" y="1429228"/>
            <a:ext cx="10358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Chez les tireurs d’élites, nous devons disposer impérativement de 4 tenues différentes :</a:t>
            </a:r>
          </a:p>
        </p:txBody>
      </p:sp>
      <p:pic>
        <p:nvPicPr>
          <p:cNvPr id="8" name="Image 7" descr="Une image contenant arme, armée, camouflage, fusil&#10;&#10;Description générée automatiquement">
            <a:extLst>
              <a:ext uri="{FF2B5EF4-FFF2-40B4-BE49-F238E27FC236}">
                <a16:creationId xmlns:a16="http://schemas.microsoft.com/office/drawing/2014/main" id="{19FA252F-419F-30EF-86C9-587A9CEBD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560"/>
            <a:ext cx="3383747" cy="3739931"/>
          </a:xfrm>
          <a:prstGeom prst="rect">
            <a:avLst/>
          </a:prstGeom>
        </p:spPr>
      </p:pic>
      <p:pic>
        <p:nvPicPr>
          <p:cNvPr id="9" name="Image 8" descr="Une image contenant arme, fusil, Arme de jet, dessin humoristique">
            <a:extLst>
              <a:ext uri="{FF2B5EF4-FFF2-40B4-BE49-F238E27FC236}">
                <a16:creationId xmlns:a16="http://schemas.microsoft.com/office/drawing/2014/main" id="{E9E9F42B-A3BE-8F20-A7E9-CD02FEF85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418" y="2060020"/>
            <a:ext cx="2743671" cy="3336054"/>
          </a:xfrm>
          <a:prstGeom prst="rect">
            <a:avLst/>
          </a:prstGeom>
        </p:spPr>
      </p:pic>
      <p:pic>
        <p:nvPicPr>
          <p:cNvPr id="11" name="Image 10" descr="Une image contenant arme, fusil, arme à feu, Arme de jet&#10;&#10;Description générée automatiquement">
            <a:extLst>
              <a:ext uri="{FF2B5EF4-FFF2-40B4-BE49-F238E27FC236}">
                <a16:creationId xmlns:a16="http://schemas.microsoft.com/office/drawing/2014/main" id="{8C4F3551-EC55-86B6-297F-2CA9CD671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016" y="2060020"/>
            <a:ext cx="3064074" cy="3774042"/>
          </a:xfrm>
          <a:prstGeom prst="rect">
            <a:avLst/>
          </a:prstGeom>
        </p:spPr>
      </p:pic>
      <p:pic>
        <p:nvPicPr>
          <p:cNvPr id="13" name="Image 12" descr="Une image contenant arme, fusil, Arme de jet, arme à feu&#10;&#10;Description générée automatiquement">
            <a:extLst>
              <a:ext uri="{FF2B5EF4-FFF2-40B4-BE49-F238E27FC236}">
                <a16:creationId xmlns:a16="http://schemas.microsoft.com/office/drawing/2014/main" id="{82B1509D-0394-75E1-B9B6-BF732A9AE3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090" y="2331000"/>
            <a:ext cx="3296130" cy="350306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B5DD6FA-ECC1-27C1-6A61-FF9F69F37140}"/>
              </a:ext>
            </a:extLst>
          </p:cNvPr>
          <p:cNvSpPr txBox="1"/>
          <p:nvPr/>
        </p:nvSpPr>
        <p:spPr>
          <a:xfrm>
            <a:off x="632281" y="5461697"/>
            <a:ext cx="21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Tenue Forêt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ED03A7F-C9A7-19CF-E38C-7F764DFADC32}"/>
              </a:ext>
            </a:extLst>
          </p:cNvPr>
          <p:cNvSpPr txBox="1"/>
          <p:nvPr/>
        </p:nvSpPr>
        <p:spPr>
          <a:xfrm>
            <a:off x="3172449" y="5446830"/>
            <a:ext cx="21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Tenue de Cérémonie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8B5F2E2-C37A-EBA3-A891-93DD056798CA}"/>
              </a:ext>
            </a:extLst>
          </p:cNvPr>
          <p:cNvSpPr txBox="1"/>
          <p:nvPr/>
        </p:nvSpPr>
        <p:spPr>
          <a:xfrm>
            <a:off x="6096000" y="5428772"/>
            <a:ext cx="21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Tenue Neige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F7FA4E4-3892-EFBD-0631-30011712CB69}"/>
              </a:ext>
            </a:extLst>
          </p:cNvPr>
          <p:cNvSpPr txBox="1"/>
          <p:nvPr/>
        </p:nvSpPr>
        <p:spPr>
          <a:xfrm>
            <a:off x="9369156" y="5463242"/>
            <a:ext cx="21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Tenue Sable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A1DFF7-951C-B698-C322-C469085B426A}"/>
              </a:ext>
            </a:extLst>
          </p:cNvPr>
          <p:cNvSpPr txBox="1"/>
          <p:nvPr/>
        </p:nvSpPr>
        <p:spPr>
          <a:xfrm>
            <a:off x="2178609" y="5739960"/>
            <a:ext cx="37144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i="1" dirty="0">
                <a:solidFill>
                  <a:srgbClr val="FF0000"/>
                </a:solidFill>
              </a:rPr>
              <a:t>La tenue de briefing / cérémonie est la même pour tout le monde</a:t>
            </a:r>
          </a:p>
        </p:txBody>
      </p:sp>
    </p:spTree>
    <p:extLst>
      <p:ext uri="{BB962C8B-B14F-4D97-AF65-F5344CB8AC3E}">
        <p14:creationId xmlns:p14="http://schemas.microsoft.com/office/powerpoint/2010/main" val="209552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00E15A-444A-60DE-7977-1124BF79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Agency FB" panose="020B0503020202020204" pitchFamily="34" charset="0"/>
              </a:rPr>
              <a:t>Entrainements :</a:t>
            </a:r>
            <a:endParaRPr lang="fr-FR" sz="5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0D07A-D81D-E406-5427-C74D2F3D5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Tirer sur des cibles sur différentes distances.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Se camoufler dans différents environnements.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Changer de position rapidement pour éviter d’être repérer par l’ennemi.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Faire des tirs en mouvement depuis n’importe quelle véhicule (camion, hélicoptère).</a:t>
            </a:r>
          </a:p>
          <a:p>
            <a:endParaRPr lang="fr-FR" sz="2000" dirty="0">
              <a:solidFill>
                <a:schemeClr val="bg1"/>
              </a:solidFill>
            </a:endParaRPr>
          </a:p>
          <a:p>
            <a:r>
              <a:rPr lang="fr-FR" sz="2000" dirty="0">
                <a:solidFill>
                  <a:schemeClr val="bg1"/>
                </a:solidFill>
              </a:rPr>
              <a:t>Un bon sens d’orientation.</a:t>
            </a:r>
          </a:p>
        </p:txBody>
      </p:sp>
    </p:spTree>
    <p:extLst>
      <p:ext uri="{BB962C8B-B14F-4D97-AF65-F5344CB8AC3E}">
        <p14:creationId xmlns:p14="http://schemas.microsoft.com/office/powerpoint/2010/main" val="1551281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02182-666D-4361-ADA2-D98748D6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Agency FB" panose="020B0503020202020204" pitchFamily="34" charset="0"/>
              </a:rPr>
              <a:t>Rôle en missions :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D33FE-C612-B811-3724-2217F3816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0" i="0" dirty="0">
                <a:solidFill>
                  <a:srgbClr val="FFFFFF"/>
                </a:solidFill>
                <a:effectLst/>
                <a:latin typeface="SF Pro Display"/>
              </a:rPr>
              <a:t>L</a:t>
            </a:r>
            <a:r>
              <a:rPr lang="fr-FR" b="0" i="0" dirty="0">
                <a:solidFill>
                  <a:srgbClr val="FFFFFF"/>
                </a:solidFill>
                <a:effectLst/>
                <a:latin typeface="Agency FB" panose="020B0503020202020204" pitchFamily="34" charset="0"/>
              </a:rPr>
              <a:t>e rôle d'un tireur d'élite en mission consiste à fournir un appui-feu précis aux opérations militaires, à mener des missions de reconnaissance et de collecte de renseignements </a:t>
            </a:r>
            <a:r>
              <a:rPr lang="fr-FR" b="0" i="0" dirty="0">
                <a:solidFill>
                  <a:srgbClr val="FF0000"/>
                </a:solidFill>
                <a:effectLst/>
                <a:latin typeface="Agency FB" panose="020B0503020202020204" pitchFamily="34" charset="0"/>
              </a:rPr>
              <a:t>au-delà des lignes ennemies.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Agency FB" panose="020B0503020202020204" pitchFamily="34" charset="0"/>
              </a:rPr>
              <a:t>Il joue un rôle clé en fournissant un œil extérieur à la situation et permet aux chefs de groupe de prendre les décisions les plus adéquates.</a:t>
            </a:r>
          </a:p>
        </p:txBody>
      </p:sp>
    </p:spTree>
    <p:extLst>
      <p:ext uri="{BB962C8B-B14F-4D97-AF65-F5344CB8AC3E}">
        <p14:creationId xmlns:p14="http://schemas.microsoft.com/office/powerpoint/2010/main" val="3004665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896888-50BB-FC2D-4F44-CFE5DA37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dirty="0">
                <a:solidFill>
                  <a:schemeClr val="bg1"/>
                </a:solidFill>
                <a:latin typeface="Agency FB" panose="020B0503020202020204" pitchFamily="34" charset="0"/>
              </a:rPr>
              <a:t>Des Questions ?</a:t>
            </a:r>
          </a:p>
        </p:txBody>
      </p:sp>
      <p:pic>
        <p:nvPicPr>
          <p:cNvPr id="5" name="Image 4" descr="Une image contenant arme, fusil, Arme de jet, dessin humoristique">
            <a:extLst>
              <a:ext uri="{FF2B5EF4-FFF2-40B4-BE49-F238E27FC236}">
                <a16:creationId xmlns:a16="http://schemas.microsoft.com/office/drawing/2014/main" id="{D9FEE363-430D-C325-58DF-5E2CD6297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390" y="1027906"/>
            <a:ext cx="4317435" cy="524960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764F177-C8EC-CB84-9B10-34938A3A8BB4}"/>
              </a:ext>
            </a:extLst>
          </p:cNvPr>
          <p:cNvSpPr txBox="1"/>
          <p:nvPr/>
        </p:nvSpPr>
        <p:spPr>
          <a:xfrm>
            <a:off x="0" y="6354375"/>
            <a:ext cx="5094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i="0" dirty="0">
                <a:effectLst/>
                <a:latin typeface="gg sans"/>
              </a:rPr>
              <a:t>Présentation  faite par [MAJ] AARON "Wolf" Wolf</a:t>
            </a:r>
          </a:p>
        </p:txBody>
      </p:sp>
    </p:spTree>
    <p:extLst>
      <p:ext uri="{BB962C8B-B14F-4D97-AF65-F5344CB8AC3E}">
        <p14:creationId xmlns:p14="http://schemas.microsoft.com/office/powerpoint/2010/main" val="26649411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Grand écran</PresentationFormat>
  <Paragraphs>63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Agency FB</vt:lpstr>
      <vt:lpstr>Arial</vt:lpstr>
      <vt:lpstr>Calibri</vt:lpstr>
      <vt:lpstr>Calibri Light</vt:lpstr>
      <vt:lpstr>gg sans</vt:lpstr>
      <vt:lpstr>SF Pro Display</vt:lpstr>
      <vt:lpstr>Thème Office</vt:lpstr>
      <vt:lpstr>Formation tireurs d’élite</vt:lpstr>
      <vt:lpstr>Ce logo est celui des tireurs d’élites fait par notre chère [LTN] MERCER "Stonikk" Mathias, fait pour notre spécialité Tireurs d’élites. </vt:lpstr>
      <vt:lpstr>Sommaire :</vt:lpstr>
      <vt:lpstr>Définition du tireur d’élites : </vt:lpstr>
      <vt:lpstr>Compétences</vt:lpstr>
      <vt:lpstr>Fusils utilisés :</vt:lpstr>
      <vt:lpstr>Tenues :</vt:lpstr>
      <vt:lpstr>Entrainements :</vt:lpstr>
      <vt:lpstr>Rôle en missions :</vt:lpstr>
      <vt:lpstr>Des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tireurs d’élites :</dc:title>
  <dc:creator>Carine AMELINE</dc:creator>
  <cp:lastModifiedBy>Alexis Cabaret</cp:lastModifiedBy>
  <cp:revision>4</cp:revision>
  <dcterms:created xsi:type="dcterms:W3CDTF">2024-01-27T22:44:36Z</dcterms:created>
  <dcterms:modified xsi:type="dcterms:W3CDTF">2024-01-28T22:46:41Z</dcterms:modified>
</cp:coreProperties>
</file>