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42" autoAdjust="0"/>
  </p:normalViewPr>
  <p:slideViewPr>
    <p:cSldViewPr snapToGrid="0">
      <p:cViewPr>
        <p:scale>
          <a:sx n="75" d="100"/>
          <a:sy n="75" d="100"/>
        </p:scale>
        <p:origin x="292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E71210-5831-6922-CD58-14B9E5BEF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853C4C-7348-7E79-E2F0-A8B36FAED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1E1E3B-8368-6805-6D1D-B7FDEC63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EE53EE-0DBB-9ABB-F13F-A4839184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F450BC-186D-C6F2-3BEC-E6150084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22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9CD50A-4BFC-BE1B-DE2B-BD3025DC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7FEA99-BE89-FBA6-6A5D-1E9CB6311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0FF560-52E8-BDED-EB79-FF2377B8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ADC34D-A6A3-15A4-019B-193E7090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E27926-1B4E-5A95-D4C0-A855912C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56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06075D-E4C6-1532-EAC5-E1B3C0F6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F87181-E78A-1A09-FC27-084BB006F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6CE739-5295-E358-3F96-D6041B03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9A1B5E-7897-FF98-1608-9DF11B3A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477482-18A6-FD18-9E6E-49DD9527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59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D001A-9015-569B-E69B-4629F9ED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A8C183-372C-C71B-1A1E-86835C065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A025AA-1165-69FC-D18B-FC8A197EA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9828B2-7894-6E12-C34F-2453F035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98E45E-560B-F618-3F6E-56A91ED6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6D64D3-31C8-B713-5546-6ABA7FBF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17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28D6D1-A8AC-90F6-5544-B566EF7F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63571F-CFCA-AA38-3902-C1FD1A660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AFB0BC-6D48-C52F-6E32-6B599C2A7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8976645-A19A-0B93-A775-B04DEAC7E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1F55C6-EAAB-C91E-8416-CAB3419C0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954397F-B524-2776-A0F8-999F894F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DE96D1-70C7-389D-FC56-2298EAF9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ECB136A-F47B-17BE-FAC6-E7746326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62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19827-062B-E615-D59A-10C24EBF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41B957E-84C9-65D5-A540-F7C9BB21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35AE77-0E14-8AF9-AC82-994840B2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01E84D4-0AA2-AB31-31EA-E688535A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908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FE30DC7-9653-0AF6-4D89-590579A1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90A460-0F8F-D0C9-EE09-C2332EE96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C5B616-9445-B515-B414-65E1E47F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12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365FEC-A374-79D8-C813-437CCD22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6D34B5-9F1E-E034-98F8-4D94EDB96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938940-F84C-46A3-25E9-DAB0F128B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C6DC87-DE49-3D91-E643-CD256AD2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6356AD-9E2C-5041-590B-B55FA75B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E7995E-B1D3-264E-EFE4-71267FA7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986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4E089-7F61-0ED3-E57E-11A37FDA4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1D3C30B-42CD-1D28-8D64-12348F769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BB20EB-6AAB-8BED-AD43-E68CBDCF7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7F8B44-19D5-95F0-888F-C052C9085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3C6E57-46BA-97CC-8B34-BF32A671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771956-C7B5-CE3D-E283-44CEB222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9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344E6-2A70-9F52-0990-2D0639B4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F66F67-825B-7536-E71F-5203735C1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A6D1CD-79C6-A6A8-AD7C-946F3D44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E3FE4-1AD8-C4B4-E6C3-409DC020D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19AD39-A77A-03BB-9BD2-F3355874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4204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D009C1C-957C-3B4D-CD04-3C667F22D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E7F94C-B39F-1ED9-781C-3D3198B85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04B243-2A29-08A0-DD67-E6618880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48E844-3D2F-132A-3E53-33B61DAF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23BF5D-46CB-3E9D-7BEC-2AFC1C13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232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000">
              <a:schemeClr val="tx1">
                <a:lumMod val="95000"/>
                <a:lumOff val="5000"/>
              </a:schemeClr>
            </a:gs>
            <a:gs pos="99000">
              <a:schemeClr val="tx1">
                <a:lumMod val="85000"/>
                <a:lumOff val="15000"/>
              </a:schemeClr>
            </a:gs>
            <a:gs pos="0">
              <a:schemeClr val="tx1"/>
            </a:gs>
          </a:gsLst>
          <a:path path="circle">
            <a:fillToRect t="100000" r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2E7B93-5C4B-E20D-82CD-093F8A8E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EEFDC6-8BA0-FA21-F196-5A3046751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8302A0-4C9B-D97C-CAF7-AC44B8C60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417F2-A22B-4BE6-8EFD-E65FA38EF50A}" type="datetimeFigureOut">
              <a:rPr lang="fr-FR" smtClean="0"/>
              <a:t>27/09/2023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722CAF-4644-E0F7-1CA6-1D3178C3B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6F1078-D13A-1733-1146-B941569B1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73D25-BDAA-44EB-B929-26378499D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99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62CB391-AA82-5792-EE7D-19EA50609A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43"/>
          <a:stretch/>
        </p:blipFill>
        <p:spPr>
          <a:xfrm>
            <a:off x="-7562" y="-1"/>
            <a:ext cx="12199561" cy="68580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6100BF3-1808-E3C3-2A00-EE6DB821F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7700" y="1185332"/>
            <a:ext cx="5816600" cy="11731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Instruction JTAC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94F12F5C-2099-2F3C-B700-BBE36006E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1" y="2281239"/>
            <a:ext cx="4876799" cy="1655762"/>
          </a:xfrm>
        </p:spPr>
        <p:txBody>
          <a:bodyPr/>
          <a:lstStyle/>
          <a:p>
            <a:r>
              <a:rPr lang="fr-FR" dirty="0"/>
              <a:t>Parfaire l’art de plomber le cul de l’ennemi</a:t>
            </a:r>
          </a:p>
        </p:txBody>
      </p:sp>
    </p:spTree>
    <p:extLst>
      <p:ext uri="{BB962C8B-B14F-4D97-AF65-F5344CB8AC3E}">
        <p14:creationId xmlns:p14="http://schemas.microsoft.com/office/powerpoint/2010/main" val="393536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46740-3449-9131-CC59-21B22084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Rôle du JTAC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56A11A-B394-4A57-82D6-B92FC934F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778067" cy="5058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u="sng" dirty="0">
                <a:solidFill>
                  <a:schemeClr val="bg1"/>
                </a:solidFill>
              </a:rPr>
              <a:t>Définition :</a:t>
            </a:r>
          </a:p>
          <a:p>
            <a:r>
              <a:rPr lang="fr-FR" dirty="0">
                <a:solidFill>
                  <a:schemeClr val="bg1"/>
                </a:solidFill>
              </a:rPr>
              <a:t>Joint Terminal Attack Controller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Équipes de Contrôle de l’Appui Aérien)</a:t>
            </a: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u="sng" dirty="0">
                <a:solidFill>
                  <a:schemeClr val="bg1"/>
                </a:solidFill>
              </a:rPr>
              <a:t>Rôle :</a:t>
            </a:r>
          </a:p>
          <a:p>
            <a:r>
              <a:rPr lang="fr-FR" dirty="0">
                <a:solidFill>
                  <a:schemeClr val="bg1"/>
                </a:solidFill>
              </a:rPr>
              <a:t>Guider les frappes aériennes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>
                <a:solidFill>
                  <a:schemeClr val="bg1"/>
                </a:solidFill>
              </a:rPr>
              <a:t>Amener le pilote sur site.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>
                <a:solidFill>
                  <a:schemeClr val="bg1"/>
                </a:solidFill>
              </a:rPr>
              <a:t>Indiquer au pilote toutes informations nécessaires pour effectuer sa frappe.</a:t>
            </a:r>
          </a:p>
        </p:txBody>
      </p:sp>
    </p:spTree>
    <p:extLst>
      <p:ext uri="{BB962C8B-B14F-4D97-AF65-F5344CB8AC3E}">
        <p14:creationId xmlns:p14="http://schemas.microsoft.com/office/powerpoint/2010/main" val="76536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6DAD6C-CAC0-511A-010C-572A649F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Relation pilote / JTAC 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D614B14-E627-E9A5-F91F-DA4B0D364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325564"/>
            <a:ext cx="11396133" cy="5461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u="sng" dirty="0">
                <a:solidFill>
                  <a:schemeClr val="bg1"/>
                </a:solidFill>
              </a:rPr>
              <a:t>Un travail conjoint :</a:t>
            </a:r>
          </a:p>
          <a:p>
            <a:r>
              <a:rPr lang="fr-FR" dirty="0">
                <a:solidFill>
                  <a:schemeClr val="bg1"/>
                </a:solidFill>
              </a:rPr>
              <a:t>Deux personnes œuvrant dans un seul but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Le pilote a l’armement, le JTAC a la connaissance de la situation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Nécessité d’avoir une confiance mutuelle et réciproque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u="sng" dirty="0">
                <a:solidFill>
                  <a:schemeClr val="bg1"/>
                </a:solidFill>
              </a:rPr>
              <a:t>Une connaissance étroite des capacités de chacun :</a:t>
            </a:r>
          </a:p>
          <a:p>
            <a:r>
              <a:rPr lang="fr-FR" dirty="0">
                <a:solidFill>
                  <a:schemeClr val="bg1"/>
                </a:solidFill>
              </a:rPr>
              <a:t>Pour le pilote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Comprendre le chaos de la situation au sol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Prendre en considération les limites et l’inexpérience du JTAC</a:t>
            </a:r>
          </a:p>
          <a:p>
            <a:r>
              <a:rPr lang="fr-FR" dirty="0">
                <a:solidFill>
                  <a:schemeClr val="bg1"/>
                </a:solidFill>
              </a:rPr>
              <a:t>Pour le JTAC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Comprendre les limites visuelles et de manœuvre du pilote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Comprendre la différence de point de vue entre le sol et le ciel</a:t>
            </a:r>
          </a:p>
        </p:txBody>
      </p:sp>
    </p:spTree>
    <p:extLst>
      <p:ext uri="{BB962C8B-B14F-4D97-AF65-F5344CB8AC3E}">
        <p14:creationId xmlns:p14="http://schemas.microsoft.com/office/powerpoint/2010/main" val="105883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6DAD6C-CAC0-511A-010C-572A649F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Guider une frappe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D614B14-E627-E9A5-F91F-DA4B0D364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325564"/>
            <a:ext cx="11396133" cy="5461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u="sng" dirty="0">
                <a:solidFill>
                  <a:schemeClr val="bg1"/>
                </a:solidFill>
              </a:rPr>
              <a:t>Des informations cruciales :</a:t>
            </a:r>
          </a:p>
          <a:p>
            <a:r>
              <a:rPr lang="fr-FR" dirty="0">
                <a:solidFill>
                  <a:schemeClr val="bg1"/>
                </a:solidFill>
              </a:rPr>
              <a:t>Le JTAC doit donner de nombreuses informations au pilote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La position de son équipe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La position de l’ennemi (par rapport à lui ou à un point de repère)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Un axe </a:t>
            </a:r>
            <a:r>
              <a:rPr lang="fr-FR" sz="2000">
                <a:solidFill>
                  <a:schemeClr val="bg1"/>
                </a:solidFill>
              </a:rPr>
              <a:t>de frappe (pour les A-10)</a:t>
            </a:r>
            <a:endParaRPr lang="fr-F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u="sng" dirty="0">
                <a:solidFill>
                  <a:schemeClr val="bg1"/>
                </a:solidFill>
              </a:rPr>
              <a:t>Une connaissance étroite des capacités de chacun :</a:t>
            </a:r>
          </a:p>
          <a:p>
            <a:r>
              <a:rPr lang="fr-FR" dirty="0">
                <a:solidFill>
                  <a:schemeClr val="bg1"/>
                </a:solidFill>
              </a:rPr>
              <a:t>Pour le pilote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Comprendre le chaos de la situation au sol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Prendre en considération les limites et l’inexpérience du JTAC</a:t>
            </a:r>
          </a:p>
          <a:p>
            <a:r>
              <a:rPr lang="fr-FR" dirty="0">
                <a:solidFill>
                  <a:schemeClr val="bg1"/>
                </a:solidFill>
              </a:rPr>
              <a:t>Pour le JTAC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Comprendre les limites visuelles et de manœuvre du pilote</a:t>
            </a:r>
          </a:p>
          <a:p>
            <a:pPr lvl="1"/>
            <a:r>
              <a:rPr lang="fr-FR" sz="2000" dirty="0">
                <a:solidFill>
                  <a:schemeClr val="bg1"/>
                </a:solidFill>
              </a:rPr>
              <a:t>Comprendre la différence de point de vue entre le sol et le ciel</a:t>
            </a:r>
          </a:p>
        </p:txBody>
      </p:sp>
    </p:spTree>
    <p:extLst>
      <p:ext uri="{BB962C8B-B14F-4D97-AF65-F5344CB8AC3E}">
        <p14:creationId xmlns:p14="http://schemas.microsoft.com/office/powerpoint/2010/main" val="26184422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Grand écran</PresentationFormat>
  <Paragraphs>38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Thème Office</vt:lpstr>
      <vt:lpstr>Instruction JTAC</vt:lpstr>
      <vt:lpstr>Rôle du JTAC</vt:lpstr>
      <vt:lpstr>Relation pilote / JTAC </vt:lpstr>
      <vt:lpstr>Guider une frappe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 au pilotage</dc:title>
  <dc:creator>Alexis Cabaret</dc:creator>
  <cp:lastModifiedBy>Alexis Cabaret</cp:lastModifiedBy>
  <cp:revision>4</cp:revision>
  <dcterms:created xsi:type="dcterms:W3CDTF">2023-01-14T12:45:14Z</dcterms:created>
  <dcterms:modified xsi:type="dcterms:W3CDTF">2023-09-26T23:22:41Z</dcterms:modified>
</cp:coreProperties>
</file>